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28016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aprender.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Producto, equipo, espacio, clientes, detalles. Lo que ya está en el móvil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CTAs)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CTA.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Diseña 4 propuestas de logo para [nombre / sector]. Minimal, vector-like, sin texto ilegible, fondo blanco. Luego elige 1 y dame variantes en negro y color.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EXTRA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Cositas</a:t>
            </a:r>
            <a:br/>
            <a:r>
              <a:t>extra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Potencia para no quedarte a medias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Tu dibujo → tu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