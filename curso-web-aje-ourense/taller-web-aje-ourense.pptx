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6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7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88000"/>
              </a:lnSpc>
            </a:pPr>
            <a:r>
              <a:rPr sz="11000" b="1">
                <a:solidFill>
                  <a:srgbClr val="0A0A0A"/>
                </a:solidFill>
                <a:latin typeface="Arial"/>
              </a:rPr>
              <a:t>Rural GPT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348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525252"/>
                </a:solidFill>
                <a:latin typeface="Arial"/>
              </a:rPr>
              <a:t>Tu web con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A3A3A3"/>
                </a:solidFill>
                <a:latin typeface="Arial"/>
              </a:rPr>
              <a:t>RURAL HACKERS × AJE OURENSE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1/27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QUIÉNES SOMOS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>
                <a:solidFill>
                  <a:srgbClr val="0A0A0A"/>
                </a:solidFill>
                <a:latin typeface="Arial"/>
              </a:rPr>
              <a:t>Rural Hackers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525252"/>
                </a:solidFill>
                <a:latin typeface="Arial"/>
              </a:rPr>
              <a:t>Tecnología, arte y vida rural para frenar la despoblación. Creamos desde el rural, con la aldea.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Anceu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Residencias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A Fuchiqueira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951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RuraliArt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EYE Emprendimiento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2/27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RURAL GPT · VAMOS A CONOCERNOS</a:t>
            </a:r>
          </a:p>
        </p:txBody>
      </p:sp>
      <p:pic>
        <p:nvPicPr>
          <p:cNvPr id="6" name="Picture 5" descr="objeto-presentac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Preséntate con un objeto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3/27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4-posti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8007" y="1280160"/>
            <a:ext cx="353568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Presenta tu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4/27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>
                <a:solidFill>
                  <a:srgbClr val="0A0A0A"/>
                </a:solidFill>
                <a:latin typeface="Arial"/>
              </a:rPr>
              <a:t>¿Qué IA utilizas?</a:t>
            </a:r>
          </a:p>
        </p:txBody>
      </p:sp>
      <p:pic>
        <p:nvPicPr>
          <p:cNvPr id="6" name="Picture 5" descr="twister-doo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7207" y="2468880"/>
            <a:ext cx="617728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5/27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AHORA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¿Cómo la estás</a:t>
            </a:r>
            <a:br/>
            <a:r>
              <a:t>utilizando?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estáis haciendo con AI en vuestro día a día.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cosas pensáis que no controláis totalmente y os gustaría aprender.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6/27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STACK MÍNIMO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Compra tu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1) Dominio: IONOS, Bluehost, Hostinger, GoDaddy.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2) Hosting: Netlify.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63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3) IA: Cursor, ChatGPT, Claude.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7/27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spiracion-doo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Vamos a inspirarnos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69867" y="452628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Refero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452628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Awwwards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8/27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AL GRUPO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Vamos a compartir</a:t>
            </a:r>
            <a:br/>
            <a:r>
              <a:t>por qué nos gustan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elementos visuales os atraen.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del texto os engancha (tono, claridad, promesa).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63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haríais igual… y qué 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9/27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usa-caf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94560"/>
            <a:ext cx="10241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Arial"/>
              </a:rPr>
              <a:t>PAUSA CAFÉ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9319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Y volvemos a ponernos manos a la obra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E5E5E5"/>
                </a:solidFill>
                <a:latin typeface="Arial"/>
              </a:rPr>
              <a:t>10/27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A0A0A"/>
                </a:solidFill>
                <a:latin typeface="Arial"/>
              </a:rPr>
              <a:t>Buyer persona</a:t>
            </a:r>
          </a:p>
        </p:txBody>
      </p:sp>
      <p:pic>
        <p:nvPicPr>
          <p:cNvPr id="6" name="Picture 5" descr="stickman-buy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2847" y="1691640"/>
            <a:ext cx="22860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>
                <a:solidFill>
                  <a:srgbClr val="525252"/>
                </a:solidFill>
                <a:latin typeface="Arial"/>
              </a:rPr>
              <a:t>Vamos a entender cómo es tu buyer persona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Coge un folio y suelta tu creatividad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A3A3A3"/>
                </a:solidFill>
                <a:latin typeface="Arial"/>
              </a:rPr>
              <a:t>Te vamos a hacer unas preguntas para jugar con tu imaginación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11/27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DEL FOLIO A GEMINI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Sacad el móvil</a:t>
            </a:r>
            <a:br/>
            <a:r>
              <a:t>y hacedle una foto</a:t>
            </a:r>
          </a:p>
        </p:txBody>
      </p:sp>
      <p:pic>
        <p:nvPicPr>
          <p:cNvPr id="7" name="Picture 6" descr="foto-buyer-gemi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La magia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Subid la foto a Gemini. Lee el dibujo (OCR + detalle visual) y os saca un buyer persona mucho más rico.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 avanzado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Analiza esta foto de mi buyer dibujado. Primero lo visible: edad aproximada, look, actitud, zapatos/ropa, contexto y personalidad. Luego ve más allá: inventa con coherencia nombre, trabajo, miedos profundos, deseos reales, objeciones al comprar, canales donde cuelga y 5 frases exactas que diría. Añade lo que normalmente no vemos: rituales del día, contradicciones (lo que dice vs lo que hace), qué le da status, qué le da vergüenza, cómo decide bajo presión, a quién pide consejo y qué gatillo le hace comprar ya. Entrégalo en BUYER.md listo para que una IA escriba mails y textos de web en su voz.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12/27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DATOS REALES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El poder de conectar</a:t>
            </a:r>
            <a:br/>
            <a:r>
              <a:t>nuestro correo electrónico</a:t>
            </a:r>
          </a:p>
        </p:txBody>
      </p:sp>
      <p:pic>
        <p:nvPicPr>
          <p:cNvPr id="7" name="Picture 6" descr="mago-corr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 01 · Tono.md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Lee mis correos enviados y escribe un TONO.md: cómo hablo, nivel de formalidad, palabras que repito, lo que nunca diría, y 5 ejemplos de frases mías.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 02 · Quién soy.md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mi bandeja, define quién soy y a quién escribo: problemas que resuelvo, objeciones frecuentes y cómo debe escribirme la IA un mail en mi voz.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13/27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A3A3A3"/>
                </a:solidFill>
                <a:latin typeface="Arial"/>
              </a:rPr>
              <a:t>NUEVO BLOQUE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2000"/>
              </a:lnSpc>
            </a:pPr>
            <a:r>
              <a:rPr sz="7200" b="1">
                <a:solidFill>
                  <a:srgbClr val="FFFFFF"/>
                </a:solidFill>
                <a:latin typeface="Arial"/>
              </a:rPr>
              <a:t>Branding</a:t>
            </a:r>
            <a:br/>
            <a:r>
              <a:t>content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84632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A3A3A3"/>
                </a:solidFill>
                <a:latin typeface="Arial"/>
              </a:rPr>
              <a:t>Todo lo que tiene que ver con tu imagen de marca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E5E5E5"/>
                </a:solidFill>
                <a:latin typeface="Arial"/>
              </a:rPr>
              <a:t>14/27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fo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¿Qué fotos tienes?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2628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Producto, equipo, espacio, clientes, detalles. Lo que ya está en el móvil o ordenador cuenta.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15/27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GEMINI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Gemini para</a:t>
            </a:r>
            <a:br/>
            <a:r>
              <a:t>hacer fotos</a:t>
            </a:r>
          </a:p>
        </p:txBody>
      </p:sp>
      <p:pic>
        <p:nvPicPr>
          <p:cNvPr id="7" name="Picture 6" descr="doodle-gemini-fo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Cómo funciona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Describes lo que quieres ver. Gemini lo genera. Refinas: más luz, menos gente, estilo editorial. Iteras hasta que encaje.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Genera una foto realista de mi negocio: [qué haces], luz natural, tono cercano, sin texto en la imagen, lista para web.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16/27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unspla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Repos de fotos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2628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Bancos libres para cubrir huecos: busca por palabra, descarga y atribuye si hace falta.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507492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unsplash.com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17/27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DOCUMENTACIÓN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El MD de tu</a:t>
            </a:r>
            <a:br/>
            <a:r>
              <a:t>empresa</a:t>
            </a:r>
          </a:p>
        </p:txBody>
      </p:sp>
      <p:pic>
        <p:nvPicPr>
          <p:cNvPr id="7" name="Picture 6" descr="doodle-mar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Qué es un .md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Un texto simple con títulos (#) y listas (-). La IA lo lee perfecto. Es la memoria de tu marca.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lo que sabes de mí, crea WEB.md (propuesta, servicios, tono, llamadas a la acción) y PERSONAL.md (quién soy, trayectoria, valores). Cortos y accionables.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18/27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BUYER EN IMÁGENES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4 o 5 fotos</a:t>
            </a:r>
            <a:br/>
            <a:r>
              <a:t>de tu buyer</a:t>
            </a:r>
          </a:p>
        </p:txBody>
      </p:sp>
      <p:pic>
        <p:nvPicPr>
          <p:cNvPr id="7" name="Picture 6" descr="doodle-buyer-fo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Usando mi BUYER.md, genera 5 imágenes coherentes: 1) retrato, 2) en su día a día, 3) con el problema, 4) descubriendo mi solución, 5) después de comprar. Misma persona, estilo fotográfico.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19/27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BRAND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Mails de</a:t>
            </a:r>
            <a:br/>
            <a:r>
              <a:t>marca</a:t>
            </a:r>
          </a:p>
        </p:txBody>
      </p:sp>
      <p:pic>
        <p:nvPicPr>
          <p:cNvPr id="7" name="Picture 6" descr="doodle-mails-br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Idea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TONO.md + BUYER.md + WEB.md, la IA escribe como tu marca, no genérico.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mis MD de tono, buyer y web, escribe 3 mails: bienvenida, oferta clara y seguimiento. Misma voz. Asunto + cuerpo + llamada a la acción.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20/27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IDENTIDAD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Genera un logo</a:t>
            </a:r>
            <a:br/>
            <a:r>
              <a:t>con Gemini</a:t>
            </a:r>
          </a:p>
        </p:txBody>
      </p:sp>
      <p:pic>
        <p:nvPicPr>
          <p:cNvPr id="7" name="Picture 6" descr="doodle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Cómo funciona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No es “hazme un logo”. Es: contar quién eres → pedir direcciones distintas → elegir una → iterar → sacar variantes útiles (negro, color, favicon).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Soy [nombre]. Hago [qué]. Mi buyer es [1 línea del BUYER.md]. Quiero 4 logos muy distintos entre sí: 1) símbolo solo, 2) tipografía fuerte, 3) icono + nombre, 4) sello/badge. Estilo limpio, fondo blanco, sin efectos 3D ni texto borroso. Para cada uno: idea detrás + por qué encaja. Luego dime cuál recomiendas y genera esa en negro, en color y versión pequeña para favicon.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21/27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hub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5807" y="109728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828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A0A0A"/>
                </a:solidFill>
                <a:latin typeface="Arial"/>
              </a:rPr>
              <a:t>¿Qué es GitHub?</a:t>
            </a:r>
          </a:p>
        </p:txBody>
      </p:sp>
      <p:pic>
        <p:nvPicPr>
          <p:cNvPr id="7" name="Picture 6" descr="doodle-github-bibliote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8527" y="2514600"/>
            <a:ext cx="2834640" cy="2834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5532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Como una biblioteca: buscas, coges un proyecto y lo usas o lo mejoras.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22/27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casa-prefabrica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Las webs son código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Vamos a usar un repositorio prefabricado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93776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Astro · github.com/netlify-templates/astro-platform-starter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23/27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manos-ob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Vamos a construir</a:t>
            </a:r>
            <a:br/>
            <a:r>
              <a:t>nuestra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Nos ponemos manos a la obra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93776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Os vamos ayudando de manera personalizada para que no os perdáis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24/27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skills-superpow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¿Qué son los skills?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2628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Instrucciones listas para la IA: como superpoderes que activas cuando los necesitas.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9727" y="507492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Idiomas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507492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SEO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30287" y="507492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Claridad 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25/27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sz="6000" b="1">
                <a:solidFill>
                  <a:srgbClr val="0A0A0A"/>
                </a:solidFill>
                <a:latin typeface="Arial"/>
              </a:rPr>
              <a:t>Tu dibujo → tu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26/27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sz="6000" b="1">
                <a:solidFill>
                  <a:srgbClr val="0A0A0A"/>
                </a:solidFill>
                <a:latin typeface="Arial"/>
              </a:rPr>
              <a:t>Qué te llevas 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27/27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