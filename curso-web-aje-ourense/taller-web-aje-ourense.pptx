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75793" cy="393192"/>
          </a:xfrm>
          <a:prstGeom prst="rect">
            <a:avLst/>
          </a:prstGeom>
        </p:spPr>
      </p:pic>
      <p:pic>
        <p:nvPicPr>
          <p:cNvPr id="3" name="Picture 2" descr="ruralg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72" y="384048"/>
            <a:ext cx="1569622" cy="393192"/>
          </a:xfrm>
          <a:prstGeom prst="rect">
            <a:avLst/>
          </a:prstGeom>
        </p:spPr>
      </p:pic>
      <p:pic>
        <p:nvPicPr>
          <p:cNvPr id="4" name="Picture 3" descr="aje-ouren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384048"/>
            <a:ext cx="989162" cy="3931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932688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332720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92000"/>
              </a:lnSpc>
            </a:pPr>
            <a:r>
              <a:rPr sz="6200" b="1">
                <a:solidFill>
                  <a:srgbClr val="0A0A0A"/>
                </a:solidFill>
                <a:latin typeface="Arial"/>
              </a:rPr>
              <a:t>CURSO PARA HACER</a:t>
            </a:r>
            <a:br/>
            <a:r>
              <a:t>UNA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891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Vais a aprender tips y herramientas que van a impactar en muchas cosas de vuestra vida.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A3A3A3"/>
                </a:solidFill>
                <a:latin typeface="Arial"/>
              </a:rPr>
              <a:t>Rural Hackers x AJE Ourense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1/17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75793" cy="393192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89162" cy="393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Quiénes somos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Anceu, Ponte Caldelas: tecnología, rural y arte en el mismo lugar.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6732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ruraliart: proyectos donde la creatividad y la tecnología se mezclan con la vida local.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A Fuchiqueira: talleres activos desde 2023 para aprender haciendo.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4748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Residencias que crean CON la aldea, no para la aldea.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8756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EYE emprendimiento: Erasmus Young Entrepreneurs para crecer en 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2/17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75793" cy="393192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89162" cy="393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DINÁMICA DE ARRANQUE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Rural GPT:</a:t>
            </a:r>
            <a:br/>
            <a:r>
              <a:t>presentaos con un objeto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Coged un objeto que llevéis encima o tengáis cerca.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6732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Presentaos en 20 segundos: quién sois + por qué ese objeto os representa.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Prompt: "Con este objeto, ayúdame a presentarme al grupo en estilo cercano".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3/17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75793" cy="393192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89162" cy="393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EJERCICIO FÍSICO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Vuestra web en A4</a:t>
            </a:r>
            <a:br/>
            <a:r>
              <a:t>con post-its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Escribid vuestra web en una hoja A4: portada, propuesta, servicios y contacto.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6732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Pegad post-its para ordenar bloques y mensajes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Enseñadla al grupo y contad vuestro proyecto en 1 minuto.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4/17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75793" cy="393192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89162" cy="393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ESTADO INICIAL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Qué IA usáis</a:t>
            </a:r>
            <a:br/>
            <a:r>
              <a:t>y cómo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Qué herramienta usáis ahora (si usáis alguna).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6732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Para qué la usáis de verdad en el día a día.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Qué os gustaría automatizar o mejorar hoy mismo.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5/17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75793" cy="393192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89162" cy="393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STACK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Compra vuestra 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- 1) Dominio: IONOS, Bluehost, Hostinger o GoDaddy.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6732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- 2) Hosting: Netlify para desplegar rápido.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- 3) IA: Cursor, ChatGPT o Claude para construir y mejorar.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6/17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75793" cy="393192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89162" cy="393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INSPIRACIÓN GUIADA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Elegid 3 referencias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Navegad en styles.refero.design y Awwwards.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6732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Elegid 3 webs que os gusten por diseño o claridad.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Explicad al grupo por qué las habéis elegido.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7/17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usa-ca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65960"/>
            <a:ext cx="102412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0" b="1">
                <a:solidFill>
                  <a:srgbClr val="FFFFFF"/>
                </a:solidFill>
                <a:latin typeface="Arial"/>
              </a:rPr>
              <a:t>PAUSA CAFE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79476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10 minutos para desconectar y comentar ideas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8/17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E5E5E5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75793" cy="393192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89162" cy="393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BUYER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Del monigote</a:t>
            </a:r>
            <a:br/>
            <a:r>
              <a:t>a una persona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Dibujad un monigote de quien os compra.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6732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Pasadlo por Gemini para sacarle más detalle.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Preguntas clave: edad, profesion, tipo de zapatos, que comen.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9/17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75793" cy="393192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89162" cy="393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DATOS REALES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Conectar Gmail</a:t>
            </a:r>
            <a:br/>
            <a:r>
              <a:t>para ampliar buyer persona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Prompt 1: "Resume patrones de preguntas y objeciones de mis correos".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6732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Prompt 2: "Que tono funciona mejor segun respuestas recibidas".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Prompt 3: "Dame 5 insights para afinar mi mensaje de venta".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4748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Proyectad prompts tal cual para que todos puedan copiarlos.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10/17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75793" cy="393192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89162" cy="393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BRANDING Y 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Material para construir</a:t>
            </a:r>
            <a:br/>
            <a:r>
              <a:t>la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Usad fotos que ya tenéis como base.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6732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Completad con Gemini fotos y banco libre como Unsplash.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Explicad markdown y cread un MD de la web + otro personal.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4748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Generad 4-5 fotos con Gemini pensando en vuestro buyer.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8756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Preparad mails de marca y logo base con Gemini.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11/17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75793" cy="393192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89162" cy="393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VERSIONADO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Que es 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Es vuestro historial: guarda cambios y permite volver atras.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6732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Sirve para trabajar por versiones, en equipo y con 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Repo publico o privado: vosotros decidis.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12/17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75793" cy="393192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89162" cy="393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PLANTILLA DE SALIDA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Repo base en Astro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https://github.com/netlify-templates/astro-platform-starter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6732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Clonar, editar contenido y desplegar en Netlify.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Estructura limpia para empezar hoy sin bloqueo.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13/17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75793" cy="393192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89162" cy="393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MANOS AL TECLADO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Building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Montad hero, propuesta de valor, servicios y contacto.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6732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Revisad contraste, legibilidad y claridad del mensaje.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Publicad primera version aunque no sea perfecta.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14/17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75793" cy="393192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89162" cy="393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3 prompts para subir nivel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Prompt idiomas: "Adapta esta web a gallego, castellano e ingles manteniendo tono".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6732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Prompt SEO: "Propone title, description, H1-H3 y FAQ para posicionar esta pagina".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Prompt mejora: "Actua como UX writer y mejora claridad, CTA y escaneabilidad".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15/17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75793" cy="393192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89162" cy="393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CIERRE COMPARATIVO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Vuestro dibujo</a:t>
            </a:r>
            <a:br/>
            <a:r>
              <a:t>vs vuestra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Comparad la idea inicial en papel con la web publicada.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6732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Que se mantuvo, que cambio y por 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Aprendizaje clave para siguiente iteracion.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16/17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75793" cy="393192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89162" cy="393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CIERRE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Que os llevais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Una web publicada con estructura clara.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6732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Un proceso para pasar de idea a entrega.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Prompts y herramientas para seguir mejorando.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47488"/>
            <a:ext cx="10515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sz="2400">
                <a:solidFill>
                  <a:srgbClr val="525252"/>
                </a:solidFill>
                <a:latin typeface="Arial"/>
              </a:rPr>
              <a:t>- Cerilla: una chispa concreta para encender lo siguiente.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17/17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3A3A3"/>
                </a:solidFill>
                <a:latin typeface="Arial"/>
              </a:rPr>
              <a:t>RURAL HACKERS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